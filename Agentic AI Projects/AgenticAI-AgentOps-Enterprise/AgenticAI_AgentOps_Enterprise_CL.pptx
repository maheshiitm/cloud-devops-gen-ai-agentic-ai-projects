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Enterprise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5486400" cy="36576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Agentic AI reference implementation with harness, context engineering, HITL, tools, memory, evaluation, guardrails, orchestration and observability.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Mahesh Zade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• September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enterprise agent runtime where the LLM proposes work, while deterministic application code owns permissions, budgets, tool execution, approval and auditability.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captured in the project workflow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intent: controlled, auditable execution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Demonstration includes simulation and safety measures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agents need more than a prompt: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Controlled execution with bounded autonomy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Trusted tool access with permissions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capture and observability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approvals and audit trails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intent: controlled, auditable and bounded agent execution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reference platform demonstrating: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 agent execution patterns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context engineering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Narrow, permissioned tools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memory systems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and bounded repair loops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Traceable outcomes for compliance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Use Case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Intelligence Agent Implementation: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 project status and risk questions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 controlled mutations only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checks before execution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human approval required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intent: controlled, auditable and bounded agent execution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at a Glance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Agent Architecture Pipeline: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User/API → Agent Harness → Context Building → Orchestrator → Tools/Memory/Guardrails/HITL → Critic/Repair → Finalizer → Audit/Trace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flow ensures every step is observable and auditable.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 Principles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Essential Pillars: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does not own the runtime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Tools are typed and permissioned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Mutations require explicit approval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Retrieved data is untrusted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Loops and tool calls are bounded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Runtime separates policy from execution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Generation is isolated from permissions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cannot bypass approval gates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captured in workflow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for every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Project Organization: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app/ - Main implementation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data/ - Data and resources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docs/ - Complete documentation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evals/ - Evaluation suite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prompts/ - Prompt templates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tests/ - Test coverage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.github/workflows/ - CI/CD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Request Lifecycle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Request Flow: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Receive request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Guardrail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Agent harness initialization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Context building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Planning phase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Tool execution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Critique evaluation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Bounded repair loop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Final answer generation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Audit trail recording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Harness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Plane Around the Agent: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 state management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enforcement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Authentication context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tracking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hooks integration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ensures the LLM cannot escape designed constraints.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100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Context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 Management: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identity in request state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Authorization decision making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integration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level assignment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control enforcement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context is carried through entire execution lifecycle.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100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Boundary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Policy Enforcement: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Registered tools registry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validation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Mutation classification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requirements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evaluation outside LLM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policy decisions are NOT made by the model.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100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State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State Tracking: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 state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identity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 IDs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Execution plan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snapshots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results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Critique feedback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Revision history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events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events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100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Context Assembly: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layer - current user request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layer - recent history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Rules layer - runtime policies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assembled BEFORE orchestration, not during generation.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100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Layer: Task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 Preservation: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Original user request preserved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Remains anchor point throughout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prompt injection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Ensures goal fidelity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Traceable in audit logs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never changes even as context evolves.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100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Layer: Memory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 Retrieval: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User-specific memory retrieved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Supporting context added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Time-bounded lookback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Relevance-scored results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does NOT override policy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history informs but doesn't override security.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100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Layer: Rules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Policy Context: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Registered tools enumeration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permissions matrix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Mutation approval requirements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rules (non-negotiable)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trust boundaries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rules are immutable during execution.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100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Provenance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layer source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layer source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Rules layer source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 for each layer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who triggered retrieval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 of every input to the LLM.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100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Agent Loop Pattern: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→ Tool Executor → Critic → Bounded Repair → Finalizer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Surrounding elements: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Guardrails (input/output)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integration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Observability hooks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logging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100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Responsibilities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Phase Tasks: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Translate request into objective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 down into execution steps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Assess risk level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Determine approval needs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execution plan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boundaries and limits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is deterministic and auditable.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100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Executor Responsibilities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 Control: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Resolve registered tools only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verification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call classification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Allowed/blocked logging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 collection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handling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output capture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unregistered tools can execute.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100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Registry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Tool Surface: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Small, curated tool set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schema definition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requirements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 validation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 formatting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boundaries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arbitrary invocation.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100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Lookup Tool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Query Tool: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status queries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assessment queries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queries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mutations possible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Evidence-based responses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captured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information retrieval without side effects.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100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Update Tool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Classification: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Identified as mutating operation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Crosses human approval boundary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explicit approval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mandatory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enforcement strict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change controlled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100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Levels: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 permission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Enables tool lookup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Information access only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permission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Requires read permission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Still subject to approval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Mutation classification applied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Human approval gate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100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Integration Points: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Mutating requests pause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human approval required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decision captured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token generated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Execution continues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complete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retain final decision authority.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100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Approval State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State Management: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requires_human_approval flag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Distinguishes pending from complete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flow control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persistence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of approvals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states for system design.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100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Token 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Token-Based Approval: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Mutation triggered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Approval required flagged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Explicit approval token needed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Token supplied after review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Execution resumes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Audit captured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implementation uses APPROVED token.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100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Safety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 Demonstrations: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Mutations are simulated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real system changes made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nets in place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environment isolation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Production-ready design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trails complete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demonstration of real-world patterns.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100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-13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100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-12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100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-11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100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-10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100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-9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100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-8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100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-7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100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100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100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100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100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100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-1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100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100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Safety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100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100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100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Mechanisms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100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Finalizer Logic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100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100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100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100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100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100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Safety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100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100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/ 100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100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/ 100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100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17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/ 100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18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100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19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/ 100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/ 100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/ 100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/ 100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100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/ 100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Safety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/ 100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100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27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/ 100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Mechanisms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28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/ 100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Finalizer Logic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29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/ 100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/ 100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/ 100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/ 100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/ 100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/ 100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Safety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/ 100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/ 100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37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/ 100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38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/ 100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39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/ 100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/ 100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/ 100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/ 100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/ 100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/ 100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/ 100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100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47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/ 100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48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100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Safety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49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/ 100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50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/ 100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51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/ 100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Mechanisms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52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/ 100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Finalizer Logic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53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/ 100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54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/ 100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55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/ 100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in Enterprise AI: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details and best practices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strategies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standards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considerations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techniques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and reliability patterns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56 of comprehensive enterprise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2026-09-23T09:19:12Z</dcterms:created>
  <dcterms:modified xsi:type="dcterms:W3CDTF">2026-09-23T09:19:12Z</dcterms:modified>
</cp:coreProperties>
</file>