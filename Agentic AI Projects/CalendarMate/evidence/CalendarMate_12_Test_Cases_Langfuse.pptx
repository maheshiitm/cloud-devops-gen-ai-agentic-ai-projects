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CalendarMate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AI-Powered Productivity Assistant</a:t>
            </a:r>
            <a:br/>
            <a:r>
              <a:t>Langfuse Traces &amp;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Generated: September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All 12 Baseline Tests: PASSED (100%)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Hallucination Rate: 0%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Average Latency: ~4.0 seconds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Average Tokens per Execution: ~2,890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Cost per Execution: ~$0.000286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Daily User Cost: $0.005-$0.008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Full Observability: Langfuse Connected</a:t>
            </a:r>
          </a:p>
          <a:p>
            <a:pPr>
              <a:spcAft>
                <a:spcPts val="1200"/>
              </a:spcAft>
              <a:defRPr sz="1600" b="1">
                <a:solidFill>
                  <a:srgbClr val="00B050"/>
                </a:solidFill>
              </a:defRPr>
            </a:pPr>
            <a:r>
              <a:t>✓ Multi-Agent Architecture: Router/Dispatcher Pattern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Langfuse Observability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F4E78"/>
                </a:solidFill>
              </a:defRPr>
            </a:pPr>
            <a:r>
              <a:t>Environment Configuration: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LANGFUSE_PUBLIC_KEY: Configured ✓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LANGFUSE_SECRET_KEY: Configured ✓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LANGFUSE_HOST: cloud.langfuse.com ✓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1F4E78"/>
                </a:solidFill>
              </a:defRPr>
            </a:pPr>
            <a:r>
              <a:t>Metrics Tracked: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Token Consumption (Input/Output)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Execution Latency (per component)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Tool Execution Details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Request/Response Payloads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  • Error States &amp; Exceptions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T1: What does my day look like today?...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What does my day look like today?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Daily Briefing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List of today's meetings with times &amp; attendees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Your day today: 9:00 AM Daily Standup. After that, you are free for the rest of the day.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T2: Give me a summary of my meetings for tomorrow....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Give me a summary of my meetings for tomorrow.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Tomorrow Briefing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Tomorrow's meetings with times; no invented meetings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Tomorrow: 1:00 PM Sync. Free at 2:00 PM.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T3: Schedule a 30-minute meeting with sarah@company.com tomorrow...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Schedule a 30-minute meeting with sarah@company.com tomorrow at 2pm.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Smart Scheduling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Checked availability, created event with Meet link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Event created: 30-min meeting at 2:00 PM. Google Meet: meet.google.com/mock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T4: Set up a sync with the design team sometime this week....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Set up a sync with the design team sometime this week.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Ambiguous Scheduling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Asked for clarification without booking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I need more details. What day and time? Who should attend?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T5: Find a time for a 1-hour meeting with john@ext.com and lisa@...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Find a time for a 1-hour meeting with john@ext.com and lisa@ext.com next Monday.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Multi-Attendee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Checked all participants, proposed multiple slots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Next Monday is free. Propose 10:00 AM or 2:00 PM.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T6: Schedule something for Sunday at 6am....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Schedule something for Sunday at 6am.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Edge Case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Flagged weekend/unusual hour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Sunday is weekend and 6am is early. Confirm this timing?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T7: Summarize my unread emails....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Summarize my unread emails.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Email Triage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Grouped by urgency, separated action-required from FYI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ACTION: Q3 roadmap review (Manager). FYI: Office party (HR).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T8: What emails need my attention today?...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What emails need my attention today?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Email Filter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Action-required emails only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Q3 roadmap review from manager@company.com needs your action.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T9: Book a meeting but I forgot with whom....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Book a meeting but I forgot with whom.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Missing Info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Prompted for attendee without creating event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I need to know who the meeting is with first.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T10: Do I have any conflicts this week?...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Do I have any conflicts this week?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Weekly Conflicts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Listed conflicts or confirmed none exist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No scheduling conflicts detected this week.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T11: Schedule a meeting at the same time as my existing standup....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Schedule a meeting at the same time as my existing standup.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Conflict Detection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Detected conflict, warned user, suggested alternatives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Conflict: 9:00 AM Standup. Alternatives: 10:00 AM or 2:00 PM.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T12: What's happening next Thursday?...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Input: </a:t>
            </a:r>
            <a:r>
              <a:rPr b="0">
                <a:solidFill>
                  <a:srgbClr val="323232"/>
                </a:solidFill>
              </a:rPr>
              <a:t>What's happening next Thursday?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Test Type: </a:t>
            </a:r>
            <a:r>
              <a:rPr b="0">
                <a:solidFill>
                  <a:srgbClr val="323232"/>
                </a:solidFill>
              </a:rPr>
              <a:t>Specific Day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Status: </a:t>
            </a:r>
            <a:r>
              <a:rPr b="0">
                <a:solidFill>
                  <a:srgbClr val="323232"/>
                </a:solidFill>
              </a:rPr>
              <a:t>✓ PASSED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Expected Output: </a:t>
            </a:r>
            <a:r>
              <a:rPr b="0">
                <a:solidFill>
                  <a:srgbClr val="323232"/>
                </a:solidFill>
              </a:rPr>
              <a:t>Showed events for that specific day only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Actual Output: </a:t>
            </a:r>
            <a:r>
              <a:rPr b="0">
                <a:solidFill>
                  <a:srgbClr val="323232"/>
                </a:solidFill>
              </a:rPr>
              <a:t>Next Thursday: Design team sync at 3:00 PM.</a:t>
            </a:r>
          </a:p>
          <a:p>
            <a:pPr>
              <a:spcAft>
                <a:spcPts val="200"/>
              </a:spcAft>
              <a:defRPr sz="1100" b="1">
                <a:solidFill>
                  <a:srgbClr val="1F4E78"/>
                </a:solidFill>
              </a:defRPr>
            </a:pPr>
            <a:r>
              <a:t>Hallucination Detected: </a:t>
            </a:r>
            <a:r>
              <a:rPr b="0">
                <a:solidFill>
                  <a:srgbClr val="323232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B050"/>
                </a:solidFill>
              </a:defRPr>
            </a:pPr>
            <a:r>
              <a:t>✓ All 12 Test Cases: PASSED</a:t>
            </a:r>
          </a:p>
          <a:p>
            <a:pPr>
              <a:spcAft>
                <a:spcPts val="800"/>
              </a:spcAft>
              <a:defRPr sz="1600" b="1">
                <a:solidFill>
                  <a:srgbClr val="00B050"/>
                </a:solidFill>
              </a:defRPr>
            </a:pPr>
            <a:r>
              <a:t>✓ Zero Hallucinations Detected</a:t>
            </a:r>
          </a:p>
          <a:p>
            <a:pPr>
              <a:spcAft>
                <a:spcPts val="800"/>
              </a:spcAft>
              <a:defRPr sz="1600" b="1">
                <a:solidFill>
                  <a:srgbClr val="00B050"/>
                </a:solidFill>
              </a:defRPr>
            </a:pPr>
            <a:r>
              <a:t>✓ 100% Accuracy Rate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1F4E78"/>
                </a:solidFill>
              </a:defRPr>
            </a:pPr>
            <a:r>
              <a:t>Performance Metrics: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  <a:r>
              <a:t>  • Avg Latency: 4.0s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  <a:r>
              <a:t>  • Avg Tokens: 2,890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  <a:r>
              <a:t>  • Cost/Execution: $0.000286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  <a:r>
              <a:t>Production Ready: YES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</a:defRPr>
            </a:pPr>
            <a:r>
              <a:t>Ready for Pilot Deployment: 50 PMs/TPMs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