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4664"/>
                </a:solidFill>
              </a:defRPr>
            </a:pPr>
            <a:r>
              <a:t>PRD Genie — Purpose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46555F"/>
                </a:solidFill>
              </a:defRPr>
            </a:pPr>
            <a:r>
              <a:t>Business Impact Brief | Mahesh Zade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Purpose: reduce repetitive PM/TPM documentation effort</a:t>
            </a:r>
            <a:br/>
            <a:r>
              <a:t>Focus: consistency, grounding and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Why PRD Genie?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Convert product conversations into structured documentation</a:t>
            </a:r>
          </a:p>
          <a:p>
            <a:pPr>
              <a:spcAft>
                <a:spcPts val="1000"/>
              </a:spcAft>
              <a:defRPr sz="2000"/>
            </a:pPr>
            <a:r>
              <a:t>Reduce manual drafting/rework</a:t>
            </a:r>
          </a:p>
          <a:p>
            <a:pPr>
              <a:spcAft>
                <a:spcPts val="1000"/>
              </a:spcAft>
              <a:defRPr sz="2000"/>
            </a:pPr>
            <a:r>
              <a:t>Surface ambiguity before engineering handoff</a:t>
            </a:r>
          </a:p>
          <a:p>
            <a:pPr>
              <a:spcAft>
                <a:spcPts val="1000"/>
              </a:spcAft>
              <a:defRPr sz="2000"/>
            </a:pPr>
            <a:r>
              <a:t>Create a repeatable documentation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Manual transcript-to-PRD conversion</a:t>
            </a:r>
          </a:p>
          <a:p>
            <a:pPr>
              <a:spcAft>
                <a:spcPts val="1000"/>
              </a:spcAft>
              <a:defRPr sz="2000"/>
            </a:pPr>
            <a:r>
              <a:t>Inconsistent formats</a:t>
            </a:r>
          </a:p>
          <a:p>
            <a:pPr>
              <a:spcAft>
                <a:spcPts val="1000"/>
              </a:spcAft>
              <a:defRPr sz="2000"/>
            </a:pPr>
            <a:r>
              <a:t>Lost requirements</a:t>
            </a:r>
          </a:p>
          <a:p>
            <a:pPr>
              <a:spcAft>
                <a:spcPts val="1000"/>
              </a:spcAft>
              <a:defRPr sz="2000"/>
            </a:pPr>
            <a:r>
              <a:t>Fluent AI can still hallucinate unsupported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What the System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Requirement extraction</a:t>
            </a:r>
          </a:p>
          <a:p>
            <a:pPr>
              <a:spcAft>
                <a:spcPts val="1000"/>
              </a:spcAft>
              <a:defRPr sz="2000"/>
            </a:pPr>
            <a:r>
              <a:t>PRD generation</a:t>
            </a:r>
          </a:p>
          <a:p>
            <a:pPr>
              <a:spcAft>
                <a:spcPts val="1000"/>
              </a:spcAft>
              <a:defRPr sz="2000"/>
            </a:pPr>
            <a:r>
              <a:t>Epic / Feature / User Story breakdown</a:t>
            </a:r>
          </a:p>
          <a:p>
            <a:pPr>
              <a:spcAft>
                <a:spcPts val="1000"/>
              </a:spcAft>
              <a:defRPr sz="2000"/>
            </a:pPr>
            <a:r>
              <a:t>Gap Analysis</a:t>
            </a:r>
          </a:p>
          <a:p>
            <a:pPr>
              <a:spcAft>
                <a:spcPts val="1000"/>
              </a:spcAft>
              <a:defRPr sz="2000"/>
            </a:pPr>
            <a:r>
              <a:t>Langfuse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We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LangFlow sequential pipeline configured</a:t>
            </a:r>
          </a:p>
          <a:p>
            <a:r>
              <a:t>Requirement extraction, PRD generation, Story Breakdown and Gap Analysis implemented</a:t>
            </a:r>
          </a:p>
          <a:p>
            <a:r>
              <a:t>Prompt-hardening iteration completed</a:t>
            </a:r>
          </a:p>
          <a:p>
            <a:r>
              <a:t>Langfuse tracing evidence captured</a:t>
            </a:r>
          </a:p>
          <a:p>
            <a:r>
              <a:t>Baseline validation: 12/12 PASS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Value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Time saved</a:t>
            </a:r>
          </a:p>
          <a:p>
            <a:pPr>
              <a:spcAft>
                <a:spcPts val="1000"/>
              </a:spcAft>
              <a:defRPr sz="2000"/>
            </a:pPr>
            <a:r>
              <a:t>Less documentation rework</a:t>
            </a:r>
          </a:p>
          <a:p>
            <a:pPr>
              <a:spcAft>
                <a:spcPts val="1000"/>
              </a:spcAft>
              <a:defRPr sz="2000"/>
            </a:pPr>
            <a:r>
              <a:t>Reduced requirement loss</a:t>
            </a:r>
          </a:p>
          <a:p>
            <a:pPr>
              <a:spcAft>
                <a:spcPts val="1000"/>
              </a:spcAft>
              <a:defRPr sz="2000"/>
            </a:pPr>
            <a:r>
              <a:t>Faster stakeholder clarification</a:t>
            </a:r>
          </a:p>
          <a:p>
            <a:pPr>
              <a:spcAft>
                <a:spcPts val="1000"/>
              </a:spcAft>
              <a:defRPr sz="2000"/>
            </a:pPr>
            <a:r>
              <a:t>Better engineering handoff</a:t>
            </a:r>
          </a:p>
          <a:p>
            <a:pPr>
              <a:spcAft>
                <a:spcPts val="1000"/>
              </a:spcAft>
              <a:defRPr sz="2000"/>
            </a:pPr>
            <a: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ROI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Monthly benefit = hours saved × loaded hourly cost</a:t>
            </a:r>
          </a:p>
          <a:p>
            <a:pPr>
              <a:spcAft>
                <a:spcPts val="1000"/>
              </a:spcAft>
              <a:defRPr sz="2000"/>
            </a:pPr>
            <a:r>
              <a:t>Net benefit = monthly benefit − AI/observability cost</a:t>
            </a:r>
          </a:p>
          <a:p>
            <a:pPr>
              <a:spcAft>
                <a:spcPts val="1000"/>
              </a:spcAft>
              <a:defRPr sz="2000"/>
            </a:pPr>
            <a:r>
              <a:t>ROI % = net benefit ÷ AI/observability cost × 100</a:t>
            </a:r>
          </a:p>
          <a:p>
            <a:pPr>
              <a:spcAft>
                <a:spcPts val="1000"/>
              </a:spcAft>
              <a:defRPr sz="2000"/>
            </a:pPr>
            <a:r>
              <a:t>Use measured pilot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Illustrative Scenario — NOT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Assume 10 hours saved/month</a:t>
            </a:r>
          </a:p>
          <a:p>
            <a:pPr>
              <a:spcAft>
                <a:spcPts val="1000"/>
              </a:spcAft>
              <a:defRPr sz="2000"/>
            </a:pPr>
            <a:r>
              <a:t>Assume $60 loaded hourly value</a:t>
            </a:r>
          </a:p>
          <a:p>
            <a:pPr>
              <a:spcAft>
                <a:spcPts val="1000"/>
              </a:spcAft>
              <a:defRPr sz="2000"/>
            </a:pPr>
            <a:r>
              <a:t>Assume $10/month platform cost</a:t>
            </a:r>
          </a:p>
          <a:p>
            <a:pPr>
              <a:spcAft>
                <a:spcPts val="1000"/>
              </a:spcAft>
              <a:defRPr sz="2000"/>
            </a:pPr>
            <a:r>
              <a:t>Gross value = $600</a:t>
            </a:r>
          </a:p>
          <a:p>
            <a:pPr>
              <a:spcAft>
                <a:spcPts val="1000"/>
              </a:spcAft>
              <a:defRPr sz="2000"/>
            </a:pPr>
            <a:r>
              <a:t>Net value = $590</a:t>
            </a:r>
          </a:p>
          <a:p>
            <a:pPr>
              <a:spcAft>
                <a:spcPts val="1000"/>
              </a:spcAft>
              <a:defRPr sz="2000"/>
            </a:pPr>
            <a:r>
              <a:t>Illustrative ROI = 5,900%</a:t>
            </a:r>
          </a:p>
          <a:p>
            <a:pPr>
              <a:spcAft>
                <a:spcPts val="1000"/>
              </a:spcAft>
              <a:defRPr sz="2000"/>
            </a:pPr>
            <a:r>
              <a:t>Replace assumptions with approved pilot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Pilot 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Extraction completeness</a:t>
            </a:r>
          </a:p>
          <a:p>
            <a:pPr>
              <a:spcAft>
                <a:spcPts val="1000"/>
              </a:spcAft>
              <a:defRPr sz="2000"/>
            </a:pPr>
            <a:r>
              <a:t>Hallucination rate</a:t>
            </a:r>
          </a:p>
          <a:p>
            <a:pPr>
              <a:spcAft>
                <a:spcPts val="1000"/>
              </a:spcAft>
              <a:defRPr sz="2000"/>
            </a:pPr>
            <a:r>
              <a:t>Format compliance</a:t>
            </a:r>
          </a:p>
          <a:p>
            <a:pPr>
              <a:spcAft>
                <a:spcPts val="1000"/>
              </a:spcAft>
              <a:defRPr sz="2000"/>
            </a:pPr>
            <a:r>
              <a:t>Minutes saved/cycle</a:t>
            </a:r>
          </a:p>
          <a:p>
            <a:pPr>
              <a:spcAft>
                <a:spcPts val="1000"/>
              </a:spcAft>
              <a:defRPr sz="2000"/>
            </a:pPr>
            <a:r>
              <a:t>Adoption / acceptance</a:t>
            </a:r>
          </a:p>
          <a:p>
            <a:pPr>
              <a:spcAft>
                <a:spcPts val="1000"/>
              </a:spcAft>
              <a:defRPr sz="2000"/>
            </a:pPr>
            <a:r>
              <a:t>Cost per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0"/>
                </a:solidFill>
              </a:defRPr>
            </a:pPr>
            <a:r>
              <a:t>Strategic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Shift PM/TPM time toward decisions</a:t>
            </a:r>
          </a:p>
          <a:p>
            <a:pPr>
              <a:spcAft>
                <a:spcPts val="1000"/>
              </a:spcAft>
              <a:defRPr sz="2000"/>
            </a:pPr>
            <a:r>
              <a:t>Standardize product documentation</a:t>
            </a:r>
          </a:p>
          <a:p>
            <a:pPr>
              <a:spcAft>
                <a:spcPts val="1000"/>
              </a:spcAft>
              <a:defRPr sz="2000"/>
            </a:pPr>
            <a:r>
              <a:t>Expose ambiguity and dependencies</a:t>
            </a:r>
          </a:p>
          <a:p>
            <a:pPr>
              <a:spcAft>
                <a:spcPts val="1000"/>
              </a:spcAft>
              <a:defRPr sz="2000"/>
            </a:pPr>
            <a:r>
              <a:t>Build foundation for evaluation and human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 &amp; 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 the final JSON and baseline workbook for GitHub submission</a:t>
            </a:r>
          </a:p>
          <a:p>
            <a:r>
              <a:t>Measure time savings in a real pilot before claiming monetary ROI</a:t>
            </a:r>
          </a:p>
          <a:p>
            <a:r>
              <a:t>Mahesh Zade</a:t>
            </a:r>
          </a:p>
          <a:p>
            <a:r>
              <a:t>Special thanks to Gautam Muthukumar and the entire Interview Kickstart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87"/>
                </a:solidFill>
              </a:defRPr>
            </a:pPr>
            <a:r>
              <a:t>PRD Genie | Mahesh Zade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